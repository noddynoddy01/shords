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shoRDs — The World's Premier Research OS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Transforming 100-page academic PDFs into swipeable briefs, 3-column desktop workspaces, &amp; 100% independent AI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PROJECT SPECS &amp; EXECUTIVES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Abhinav Prakash · Lead Architect &amp; Founder (IIIT Surat)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Dual-Platform Architecture: React Native Mobile APK + Next.js Desktop Web OS PWA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Supported by ₹2.5 Lakhs Seed Grant for Open-Access Academic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The Academic Bottleneck &amp; PDF Friction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Why 5 Million Annual Manuscripts Remain Trapped &amp; Hard to Digest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THE INDUSTRY PAIN POINTS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Cognitive Overload: Researchers waste 70% of reading time skimming dense introductions for 1 key equation.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Fragmented Workflows: Constant bouncing between PDF readers, Zotero citation managers, ChatGPT tabs, &amp; Excel matrices.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Third-Party Cloud AI Risks: Reliance on external API keys leads to privacy breaches, hallucinations, &amp; rate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The Solution — Dual-Platform shoRDs OS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A Re-imagined 5-Stage Research Journey Built for Speed &amp; 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THE UNIFIED PLATFORM SOLUTION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Mobile APK Experience: Swipeable magazine cards, audio speech summaries, 1-tap card briefs.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Desktop Web OS: 3-Column Reader, resizable split view, Spotlight search (Ctrl+K), &amp; SVG knowledge graph.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Privacy-First Local Intelligence: Deterministic extraction tying insights directly to exact line numbers and verified DOIs.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Unique Selling Propositions (USPs)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Breakthrough Differentiators Setting shoRDs Apart From Traditional Readers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CORE DIFFERENTIATORS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100% Independent Local AI: Zero external API key dependencies (Gemini/Claude/Perplexity). 100% private.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AI Scholarly Paper Debates: Simulates thesis debates between conflicting methodologies &amp; matrix performance trade-offs.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4-Phase Implementation Roadmaps: Converts theoretical paper sections into actionable 4-step execution guides.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Instant Academic Citation Exports: One-tap BibTeX, RIS, APA, IEEE, &amp; MLA code generator for Zotero/LaTeX.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Deep Full-Stack Technical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Decoupled Mobile Native &amp; Desktop PWA Shell with Shared Local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TECHNICAL SYSTEM ARCHITECTURE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Mobile App Stack: React Native, Expo Router v3, Reanimated 3, Native Android Speech Engine.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Desktop Web OS PWA: Service Workers, PWA Manifest.json, Vanilla TS, Flexbox/Grid canvas.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Unified Storage &amp; Sync: Shared LocalStorage + IndexedDB real-time state synchronization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100% Independent Local AI Engine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Deterministic Text Processing &amp; High-Trust Citation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LOCAL INTELLIGENCE &amp; CITATION INTEGRITY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Zero Cloud Lock-In: Runs completely self-contained without requiring external API tokens.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Structured Extraction: Automatically parses Context, Technical Approach, Results, &amp; Future Scope.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Hallucination Shield: Ties generated insights directly to validated Crossref/arXiv DOI metadata.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The 5-Stage Research Journey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End-to-End Workflow Optimization for Students, Researchers, &amp; Faculty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THE 5 WORKFLOW STAGES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1. DISCOVER: Swipeable magazine feed, voice triggers, &amp; semantic topic search.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2. UNDERSTAND: 3-column workspace reader, zoomable figure inspector, &amp; 4-5 section tabs.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3. DISCUSS: Scholar faculty profiles, H-index counters, &amp; consultation slot booking.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4. CREATE: Research identity contribution score (94.2), 14-day streak tracker, &amp; library archives.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5. PUBLISH: Publishing Studio with PDF drag-and-drop, arXiv link fetcher, &amp; custom domain selector.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Desktop Flagship Tools &amp; Power Features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High-Density Productivity Suite Designed for 8-Hour Desktop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DESKTOP PRODUCTIVITY SUITE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Spotlight Search (Ctrl + K): Command palette modal searching paper titles, DOIs, authors, &amp; slash commands.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Interactive SVG Knowledge Graph: Visual node mapping linking authors, papers, institutions, &amp; methods.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Multi-Column Comparison Matrix: Side-by-side table comparing Method, Dataset, Accuracy, &amp; Weaknesses.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Floating Waveform Mini Player: Synced audio playback with speed controls (1.0x, 1.5x, 2.0x).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Academic Ecosystem Integration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Native Compatibility with Leading Citation Managers &amp; Publishing Archives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ECOSYSTEM COMPATIBILITY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Zotero &amp; Mendeley Sync: Auto-generates clean RIS files for 1-click import into reference managers.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LaTeX &amp; Overleaf Ready: Formats copyable @article BibTeX blocks for instant paper authoring.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arXiv &amp; DOI Metadata Extractor: Automatically parses paper title, author, and abstract from URLs.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Real-Time Cross-Device Sync Engine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Seamless Transition Between Smartphone &amp; Desktop Workstations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CROSS-DEVICE STATE SYNCHRONIZATION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Reading Progress Sync: Resumes reading from the exact sentence when switching devices.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Universal State Sync: Bookmarks, margin notes, audio playback timestamp, &amp; collections stay 100% in sync.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Offline-First Capability: PWA ServiceWorker caches paper briefs for offline reading.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Live Demonstration Walkthrough Script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3-Minute Live Workflow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LIVE DEMO TIMELINE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Step 1 (0:00-0:45): Mobile swipeable cards, audio speech narration, &amp; stack opening.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Step 2 (0:45-1:45): Desktop Web OS (http://localhost:8080), Ctrl+K Spotlight search, &amp; 3-column reader.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Step 3 (1:45-2:30): 1-click BibTeX citation copying &amp; AI Thesis Debate simulation.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Step 4 (2:30-3:00): Desktop Publishing Studio PDF drag-and-drop &amp; instant brief publication.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Business Vision &amp; ₹2.5 Lakhs Fund Allocation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Inter"/>
              </a:defRPr>
            </a:pPr>
            <a:r>
              <a:t>Scaling Open-Access Infrastructure Across Universities &amp; Global Institutes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Inter"/>
              </a:defRPr>
            </a:pPr>
            <a:r>
              <a:t>❖   FUNDING DEPLOYMENT BREAKDOWN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40% Infrastructure &amp; Local AI Storage: Deploying vector indexing nodes for zero-latency retrieval.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35% Open-Access Outreach: Onboarding university faculty and research scholars across IIITs/IITs.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25% Mobile &amp; PWA Performance Engineering: Low-bandwidth optimization for regional research access.</a:t>
            </a:r>
          </a:p>
          <a:p>
            <a:pPr>
              <a:lnSpc>
                <a:spcPts val="2000"/>
              </a:lnSpc>
              <a:spcBef>
                <a:spcPts val="1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✦   Contact: Abhinav Prakash · IIIT Surat · abhinavprakash0401@gmail.com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shoRDs Research Operating System — IIIT Surat · Lead Architect: Abhinav Prakash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